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6858000" cy="121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600000"/>
            <a:ext cx="5658000" cy="3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FAFAFA"/>
                </a:solidFill>
                <a:latin typeface="Poppins"/>
              </a:rPr>
              <a:t>FREE AI BUILDS</a:t>
            </a:r>
          </a:p>
          <a:p>
            <a:pPr algn="ctr"/>
            <a:r>
              <a:rPr sz="2400" b="1" spc="600">
                <a:solidFill>
                  <a:srgbClr val="FF4B1F"/>
                </a:solidFill>
                <a:latin typeface="Poppins"/>
              </a:rPr>
              <a:t>A NEW SERIES</a:t>
            </a:r>
          </a:p>
          <a:p>
            <a:pPr algn="ctr"/>
            <a:r>
              <a:rPr sz="1200" b="0">
                <a:solidFill>
                  <a:srgbClr val="FAFAFA"/>
                </a:solidFill>
                <a:latin typeface="Poppins"/>
              </a:rPr>
              <a:t/>
            </a:r>
          </a:p>
          <a:p>
            <a:pPr algn="ctr"/>
            <a:r>
              <a:rPr sz="1800" b="0">
                <a:solidFill>
                  <a:srgbClr val="FFD23F"/>
                </a:solidFill>
                <a:latin typeface="Poppins"/>
              </a:rPr>
              <a:t>Advance to the next slide 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ree-ai-builds-intro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presetID="1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